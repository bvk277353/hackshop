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4" r:id="rId2"/>
    <p:sldId id="257" r:id="rId3"/>
    <p:sldId id="273" r:id="rId4"/>
    <p:sldId id="272" r:id="rId5"/>
    <p:sldId id="259" r:id="rId6"/>
    <p:sldId id="260" r:id="rId7"/>
    <p:sldId id="274" r:id="rId8"/>
    <p:sldId id="262" r:id="rId9"/>
    <p:sldId id="281" r:id="rId10"/>
    <p:sldId id="276" r:id="rId11"/>
    <p:sldId id="285" r:id="rId12"/>
    <p:sldId id="283" r:id="rId13"/>
    <p:sldId id="265" r:id="rId14"/>
    <p:sldId id="268" r:id="rId15"/>
    <p:sldId id="289" r:id="rId16"/>
    <p:sldId id="269" r:id="rId17"/>
    <p:sldId id="266" r:id="rId18"/>
    <p:sldId id="290" r:id="rId19"/>
    <p:sldId id="286" r:id="rId20"/>
    <p:sldId id="287" r:id="rId21"/>
    <p:sldId id="282" r:id="rId22"/>
    <p:sldId id="271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130F33-AA27-4D95-87ED-2D9D5197E5FC}" v="117" dt="2025-01-25T16:07:33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6C931-62C7-4ABC-99C8-043460E56B2B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930A9-B93C-40DA-80E4-15A331F73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27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30A9-B93C-40DA-80E4-15A331F7365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06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5648-9360-724C-BD60-E9B7E5301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1E035-21A4-758D-63C0-B889F63E4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21D09-2339-BAC9-7077-452D1D4B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25534-96AB-2ADF-4F06-5590F469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F3C5-7AC3-8E02-9BAC-F1F94A07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87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280A0-C928-D191-3216-0F3032CC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0F8E1-65E3-1777-193A-09199162D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AF0A-567C-B39E-318E-94159919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5C918-B623-A93C-3D33-CDCFF8E8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16CA-28E7-FC5F-FCFF-EE5F6E79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2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76A5-478C-7336-5388-07C4D874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B9935-DE44-4362-65FB-E71911F38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30DB9-9217-DC51-B3DE-57CACAF9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FDB59-8427-E706-B462-84F01E66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5EEA-8792-23A0-1309-959E0613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9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1FDF-0734-552D-6990-AC7C356F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2CCC9-48ED-EFA4-5C5A-3B0670D3C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BF1CC-DB27-A954-AF83-28B83C542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99B04-1080-4B1E-9D35-D85B4922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293B4-BA21-6E2E-FA56-D1BCEF54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1BAD4-FCA6-998B-59C7-08B00F12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90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09DB-B2DA-669D-A8D0-9148FEBC2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ECB9C-0C4E-E4A3-4856-B813A0E17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0B385-7353-0B7E-7DC5-E2839168A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35E9A-08D4-DD63-6155-9337F0DD5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8A2839-4E7F-6349-7911-78097E6A0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F356D-CF23-CD24-579D-3B8E7839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FF9ADF-AFA5-1F80-8EC3-911F7B87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D932D-3975-C88B-3C33-127C960C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70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458C-8AEF-8545-7872-BE9FF36C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9013F-C508-BFE9-1C39-0603F254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8EC360-2812-CE66-D61A-153A00F66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E0CD0-6E3D-4E1D-4448-9BB66968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91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88D45-EB8E-D491-A2D3-5E93B2ED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CCD85-E286-D943-C193-657E2EE3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5E39F-BB65-2F39-91F5-F271F6F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7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BDB8B-3260-861A-8E63-2C1C83EDC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1710-B8A8-105D-1391-C767A1037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E8311-7315-5F28-B16C-FACF598C3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5F2EE-22C5-A9F3-D627-E0CC8CFD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AE1D7-97BD-3CD0-2E86-13AB6EBD4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05DE2-72E9-BD27-4A34-627954CD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72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EC38-218A-80A6-06C3-0905AABFC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824AF-F93B-25B6-A39F-F5A082694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A92D5-8B28-67D7-C9D2-EBCDBA95E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53914-F104-5399-48A1-BD0DAAAC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A77E4-B19F-AF45-51A1-EB68F4CC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8B658-8848-F6B1-45C5-3E905F15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2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841E-1FB7-D351-D65D-F8467544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FB2B2-1F00-DDFD-1780-E312AFC60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2C5DE-3B87-5A5B-682B-C89877F2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A77E5-AD1E-75A1-4A58-5C4B3AA65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2B37F-EFE9-58F9-DFA5-B7E9949D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1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D6E9D-E1BD-08D7-CB44-79F9C5AFE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EE7FE-5791-9A49-1FFA-DFE35C304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D85C-278C-8045-BE5B-815FCF5B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8E5F2-CEBD-39B4-E1F2-C5B06361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EC403-1DDF-20A6-1904-1C5C34DC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1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7501-4C15-97D9-5D34-AA073629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8FAC-448F-8141-FA16-C321ACBA2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2E66-9250-9303-9093-282BD85B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CF33D-B8AC-48A0-B794-17D3290C10BD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57DD5-E8ED-7030-1850-3765C805C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3084-0809-2D5B-3560-51290DC34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D244C-8923-4A93-BA19-87B2DACA08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16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9E4AB-87F6-3DD3-2FDC-F226C8D8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5122CD-A8B7-76C6-7CDA-12E1584E3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6754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1A3F-91CE-5443-CEF3-CD423B29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A7455-528B-A374-FBDC-2154578B7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3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4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1D6386-F942-12E3-0617-C162ECC1C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089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F94A4-0CB6-F640-8372-A56B37E9F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155" y="-373626"/>
            <a:ext cx="3883742" cy="685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2384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DA6C-89EA-23F1-41DD-3EF61598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A2830-54C4-2411-EEE1-A4C835251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F2C2A9-77C0-7875-2737-26DFF8BE8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8" r="10336"/>
          <a:stretch/>
        </p:blipFill>
        <p:spPr>
          <a:xfrm>
            <a:off x="2349909" y="-1"/>
            <a:ext cx="7492181" cy="6858000"/>
          </a:xfrm>
        </p:spPr>
      </p:pic>
    </p:spTree>
    <p:extLst>
      <p:ext uri="{BB962C8B-B14F-4D97-AF65-F5344CB8AC3E}">
        <p14:creationId xmlns:p14="http://schemas.microsoft.com/office/powerpoint/2010/main" val="4169691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F7D7D-129F-CBBB-1657-F9B605BE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1FE09-D4AB-807E-6768-9158F3E7F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180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BE06DF-FD2F-DB20-FAB0-B12A61895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146" y="1"/>
            <a:ext cx="6347853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98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6F61-960E-D8DE-65C0-6FBEC1CC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BA3CC0-48EA-E389-BB18-134FD503D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8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9532-B1F0-2306-3A6F-C1D60F56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A5796B-F8AE-B8BC-8045-3A30550A02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</p:spPr>
      </p:pic>
      <p:pic>
        <p:nvPicPr>
          <p:cNvPr id="6" name="Content Placeholder 11">
            <a:extLst>
              <a:ext uri="{FF2B5EF4-FFF2-40B4-BE49-F238E27FC236}">
                <a16:creationId xmlns:a16="http://schemas.microsoft.com/office/drawing/2014/main" id="{D742EC67-E172-4C95-A8C6-79E0FE41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409" y="598412"/>
            <a:ext cx="5230491" cy="56611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583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088C-30EC-60AA-AF71-7B373B8C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7AC8C4-C181-A844-DE84-05B10E4EF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48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DDDAF-4C89-CB95-B4D4-37AF6F47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4642B-9543-F15E-247B-0E2F20E4F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E48962BF-9E9A-44E5-0CE9-3AF6BF0B9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29" y="0"/>
            <a:ext cx="9065342" cy="6874115"/>
          </a:xfrm>
        </p:spPr>
      </p:pic>
    </p:spTree>
    <p:extLst>
      <p:ext uri="{BB962C8B-B14F-4D97-AF65-F5344CB8AC3E}">
        <p14:creationId xmlns:p14="http://schemas.microsoft.com/office/powerpoint/2010/main" val="10552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82D7-E616-EC25-D896-962C3F03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FA77EE-3312-232B-42C4-2AC0879FD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9175" cy="68580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275745-5F53-F825-FD1D-88B9FA70E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219" y="1690688"/>
            <a:ext cx="4850581" cy="36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6868-35AD-F8E7-44D1-4ABDEB54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7A3C20-F4FB-9FFE-4C84-BA4F7B624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041" cy="6858000"/>
          </a:xfrm>
        </p:spPr>
      </p:pic>
    </p:spTree>
    <p:extLst>
      <p:ext uri="{BB962C8B-B14F-4D97-AF65-F5344CB8AC3E}">
        <p14:creationId xmlns:p14="http://schemas.microsoft.com/office/powerpoint/2010/main" val="3927429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EAED-C2E7-0295-F3F5-46E6B695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50EEAA-BF0C-1427-9763-1BBD3E6DB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4C8616-D9C1-8FCF-7D0C-AB376B64D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542" y="0"/>
            <a:ext cx="6941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43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AE57-A4B4-77E3-41A3-859D5052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159E1-5D26-4E84-6C75-62FA570A3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18"/>
            <a:ext cx="12185391" cy="6845382"/>
          </a:xfrm>
          <a:prstGeom prst="rect">
            <a:avLst/>
          </a:prstGeom>
        </p:spPr>
      </p:pic>
      <p:pic>
        <p:nvPicPr>
          <p:cNvPr id="1026" name="Picture 2" descr="What is an API? and why is it so important? - Turtle Works">
            <a:extLst>
              <a:ext uri="{FF2B5EF4-FFF2-40B4-BE49-F238E27FC236}">
                <a16:creationId xmlns:a16="http://schemas.microsoft.com/office/drawing/2014/main" id="{C44DAB87-01AC-E75E-2AA1-2E49A0D491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385"/>
          <a:stretch/>
        </p:blipFill>
        <p:spPr bwMode="auto">
          <a:xfrm>
            <a:off x="511278" y="1966380"/>
            <a:ext cx="4719484" cy="404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3416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F785-D369-CADF-29A9-A2002EAC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F00C06-7D95-CB34-BA96-D0885D3C5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83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08BD-033E-4D94-102A-00DD9B93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3C664-577C-E074-75E6-C35CD2913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60EEE2-F569-5951-F446-D93258D57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915" y="0"/>
            <a:ext cx="7482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60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E761-3F0B-3E43-4860-D6CCC757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805EAF-6F76-0F98-7C2B-FD381596F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2"/>
            <a:ext cx="12192000" cy="6851618"/>
          </a:xfrm>
          <a:prstGeom prst="rect">
            <a:avLst/>
          </a:prstGeom>
        </p:spPr>
      </p:pic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424FD9A-045A-B519-1B2E-A3E49B9F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349" y="1397569"/>
            <a:ext cx="4542935" cy="406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69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DF98-22DA-6FD5-1B95-9D460DD01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4744E2-48C8-07B5-54EF-9FC6A579D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1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6C503-53EA-3A14-F9C7-1D658D9B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724D1-E2EA-E3C2-2B06-10C68C835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5A9276-EF8E-EFF1-B779-737775BED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45" y="0"/>
            <a:ext cx="7354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13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DB41-D9FC-DD24-3C35-8019D0B7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AB48E1-C5EE-944A-787F-CEE928AB7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40"/>
            <a:ext cx="12192000" cy="686593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5366E9-1FFF-852D-BF4D-FDCE3E585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371" y="1580955"/>
            <a:ext cx="5830529" cy="38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88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E3F0-D1F8-0C0D-A842-6AB11ED59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F105AC-275E-886B-9727-9AA283ABCD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400" cy="6858000"/>
          </a:xfrm>
        </p:spPr>
      </p:pic>
    </p:spTree>
    <p:extLst>
      <p:ext uri="{BB962C8B-B14F-4D97-AF65-F5344CB8AC3E}">
        <p14:creationId xmlns:p14="http://schemas.microsoft.com/office/powerpoint/2010/main" val="1021338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76DB-A83E-9A3D-4617-1631A4BB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3151-B535-373A-0A4A-A03DC3A7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2DC5CB-B9D4-378A-2CBB-51C51CD83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069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F977C6-DB1E-D479-9077-5DE33563C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Examples of Words of Appreciation ...">
            <a:extLst>
              <a:ext uri="{FF2B5EF4-FFF2-40B4-BE49-F238E27FC236}">
                <a16:creationId xmlns:a16="http://schemas.microsoft.com/office/drawing/2014/main" id="{D6688B9B-E0E0-BCD7-1F98-6A3ABB1E7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2019300"/>
            <a:ext cx="2192594" cy="187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port &amp; Resources - Faculty of Land and Food Systems">
            <a:extLst>
              <a:ext uri="{FF2B5EF4-FFF2-40B4-BE49-F238E27FC236}">
                <a16:creationId xmlns:a16="http://schemas.microsoft.com/office/drawing/2014/main" id="{127648D3-DD1E-DA9E-CBBF-550A6FEE2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91"/>
          <a:stretch/>
        </p:blipFill>
        <p:spPr bwMode="auto">
          <a:xfrm>
            <a:off x="235974" y="4345858"/>
            <a:ext cx="2192594" cy="1950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ey Takeaways Photos, Images and Pictures">
            <a:extLst>
              <a:ext uri="{FF2B5EF4-FFF2-40B4-BE49-F238E27FC236}">
                <a16:creationId xmlns:a16="http://schemas.microsoft.com/office/drawing/2014/main" id="{54528C41-72BA-D3C1-6819-80305CD234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0" t="11152" r="10324" b="18572"/>
          <a:stretch/>
        </p:blipFill>
        <p:spPr bwMode="auto">
          <a:xfrm>
            <a:off x="6007509" y="2019300"/>
            <a:ext cx="1936955" cy="187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losing Remarks - Buford Church of ...">
            <a:extLst>
              <a:ext uri="{FF2B5EF4-FFF2-40B4-BE49-F238E27FC236}">
                <a16:creationId xmlns:a16="http://schemas.microsoft.com/office/drawing/2014/main" id="{358ABC14-B7D6-5F07-D6B8-E958DBA8E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5" r="20619"/>
          <a:stretch/>
        </p:blipFill>
        <p:spPr bwMode="auto">
          <a:xfrm>
            <a:off x="6007510" y="4350774"/>
            <a:ext cx="1936955" cy="187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654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81AC-A9CD-3CA4-3B3B-02C45F60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BAFA9-C63F-EF62-BB2A-24187CD65E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8"/>
            <a:ext cx="12192000" cy="6830961"/>
          </a:xfrm>
        </p:spPr>
      </p:pic>
    </p:spTree>
    <p:extLst>
      <p:ext uri="{BB962C8B-B14F-4D97-AF65-F5344CB8AC3E}">
        <p14:creationId xmlns:p14="http://schemas.microsoft.com/office/powerpoint/2010/main" val="340492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</Words>
  <Application>Microsoft Office PowerPoint</Application>
  <PresentationFormat>Widescreen</PresentationFormat>
  <Paragraphs>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Teja</dc:creator>
  <cp:lastModifiedBy>Pavan Teja</cp:lastModifiedBy>
  <cp:revision>2</cp:revision>
  <dcterms:created xsi:type="dcterms:W3CDTF">2025-01-22T06:13:51Z</dcterms:created>
  <dcterms:modified xsi:type="dcterms:W3CDTF">2025-01-25T16:08:51Z</dcterms:modified>
</cp:coreProperties>
</file>