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612" r:id="rId5"/>
  </p:sldIdLst>
  <p:sldSz cx="7559675" cy="10691813"/>
  <p:notesSz cx="6888163" cy="10018713"/>
  <p:defaultTextStyle>
    <a:defPPr>
      <a:defRPr lang="en-US"/>
    </a:defPPr>
    <a:lvl1pPr marL="0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497754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90" userDrawn="1">
          <p15:clr>
            <a:srgbClr val="A4A3A4"/>
          </p15:clr>
        </p15:guide>
        <p15:guide id="2" pos="2381" userDrawn="1">
          <p15:clr>
            <a:srgbClr val="A4A3A4"/>
          </p15:clr>
        </p15:guide>
        <p15:guide id="3" pos="453" userDrawn="1">
          <p15:clr>
            <a:srgbClr val="A4A3A4"/>
          </p15:clr>
        </p15:guide>
        <p15:guide id="4" pos="4309" userDrawn="1">
          <p15:clr>
            <a:srgbClr val="A4A3A4"/>
          </p15:clr>
        </p15:guide>
        <p15:guide id="5" orient="horz" pos="3005" userDrawn="1">
          <p15:clr>
            <a:srgbClr val="A4A3A4"/>
          </p15:clr>
        </p15:guide>
        <p15:guide id="6" orient="horz" pos="238" userDrawn="1">
          <p15:clr>
            <a:srgbClr val="A4A3A4"/>
          </p15:clr>
        </p15:guide>
        <p15:guide id="8" orient="horz" pos="6497" userDrawn="1">
          <p15:clr>
            <a:srgbClr val="A4A3A4"/>
          </p15:clr>
        </p15:guide>
        <p15:guide id="9" pos="4014" userDrawn="1">
          <p15:clr>
            <a:srgbClr val="A4A3A4"/>
          </p15:clr>
        </p15:guide>
        <p15:guide id="10" pos="3742" userDrawn="1">
          <p15:clr>
            <a:srgbClr val="A4A3A4"/>
          </p15:clr>
        </p15:guide>
        <p15:guide id="11" orient="horz" pos="60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5741E5-4D4C-E1FF-9C71-E73238CFF38F}" name="Dr. Bhaskar Das" initials="DBD" userId="S::bhaskar.das@org.kiitincubator.in::2d9d68cd-4dcf-4df4-a9fb-fa6902b4129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DA3"/>
    <a:srgbClr val="4A4444"/>
    <a:srgbClr val="D16237"/>
    <a:srgbClr val="F29E43"/>
    <a:srgbClr val="003663"/>
    <a:srgbClr val="076461"/>
    <a:srgbClr val="0063BC"/>
    <a:srgbClr val="00ABE4"/>
    <a:srgbClr val="E6E6E6"/>
    <a:srgbClr val="005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A043F-AE80-48EB-A35E-FE7FC0C14582}" v="11" dt="2023-09-29T13:39:12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6" autoAdjust="0"/>
    <p:restoredTop sz="94660"/>
  </p:normalViewPr>
  <p:slideViewPr>
    <p:cSldViewPr snapToGrid="0">
      <p:cViewPr>
        <p:scale>
          <a:sx n="75" d="100"/>
          <a:sy n="75" d="100"/>
        </p:scale>
        <p:origin x="2112" y="192"/>
      </p:cViewPr>
      <p:guideLst>
        <p:guide orient="horz" pos="3390"/>
        <p:guide pos="2381"/>
        <p:guide pos="453"/>
        <p:guide pos="4309"/>
        <p:guide orient="horz" pos="3005"/>
        <p:guide orient="horz" pos="238"/>
        <p:guide orient="horz" pos="6497"/>
        <p:guide pos="4014"/>
        <p:guide pos="3742"/>
        <p:guide orient="horz" pos="6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0" cy="502676"/>
          </a:xfrm>
          <a:prstGeom prst="rect">
            <a:avLst/>
          </a:prstGeom>
        </p:spPr>
        <p:txBody>
          <a:bodyPr vert="horz" lIns="92437" tIns="46218" rIns="92437" bIns="4621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0"/>
            <a:ext cx="2984870" cy="502676"/>
          </a:xfrm>
          <a:prstGeom prst="rect">
            <a:avLst/>
          </a:prstGeom>
        </p:spPr>
        <p:txBody>
          <a:bodyPr vert="horz" lIns="92437" tIns="46218" rIns="92437" bIns="46218" rtlCol="0"/>
          <a:lstStyle>
            <a:lvl1pPr algn="r">
              <a:defRPr sz="1200"/>
            </a:lvl1pPr>
          </a:lstStyle>
          <a:p>
            <a:fld id="{BF46C896-DF19-4C4F-86C9-952D1758CE0E}" type="datetimeFigureOut">
              <a:rPr lang="en-IN" smtClean="0"/>
              <a:pPr/>
              <a:t>07-03-2025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7900" y="1252538"/>
            <a:ext cx="23923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7" tIns="46218" rIns="92437" bIns="4621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5"/>
            <a:ext cx="5510530" cy="3944869"/>
          </a:xfrm>
          <a:prstGeom prst="rect">
            <a:avLst/>
          </a:prstGeom>
        </p:spPr>
        <p:txBody>
          <a:bodyPr vert="horz" lIns="92437" tIns="46218" rIns="92437" bIns="462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040"/>
            <a:ext cx="2984870" cy="502675"/>
          </a:xfrm>
          <a:prstGeom prst="rect">
            <a:avLst/>
          </a:prstGeom>
        </p:spPr>
        <p:txBody>
          <a:bodyPr vert="horz" lIns="92437" tIns="46218" rIns="92437" bIns="4621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0" cy="502675"/>
          </a:xfrm>
          <a:prstGeom prst="rect">
            <a:avLst/>
          </a:prstGeom>
        </p:spPr>
        <p:txBody>
          <a:bodyPr vert="horz" lIns="92437" tIns="46218" rIns="92437" bIns="46218" rtlCol="0" anchor="b"/>
          <a:lstStyle>
            <a:lvl1pPr algn="r">
              <a:defRPr sz="1200"/>
            </a:lvl1pPr>
          </a:lstStyle>
          <a:p>
            <a:fld id="{87799D2A-93C4-4915-A330-5AA1C63BB7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87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681D7-2314-4828-A986-647874A938A2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5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6A54B-4EED-47A2-9A67-6B6E7FF3D611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94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4481-642C-43AD-ACFD-55807471A2D6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67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CD069-9785-4CAB-9662-3B10743D9BC4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B9CD4-68DE-405E-8F56-3B352FB4B29A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4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2AC-EB48-4C68-B8C0-1151241488CC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31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9C4F-BF18-4B7E-933A-E2F347210F6E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15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2063-CD8C-4517-BE05-A9EB2313AF29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41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CD5CB-AA9B-4F1B-BF83-CF69DFF903BA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97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62797-402A-4ACB-9674-D135929D0702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3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C938-ED89-43F9-AAB5-C4F491F6F340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85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27A97-D62A-4146-84BD-BDD6230CCB55}" type="datetime1">
              <a:rPr lang="en-IN" smtClean="0"/>
              <a:pPr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34681-46A4-410F-8959-893D429B37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1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hyperlink" Target="mailto:hackshop2025@gmail.com" TargetMode="External"/><Relationship Id="rId7" Type="http://schemas.openxmlformats.org/officeDocument/2006/relationships/image" Target="../media/image4.jpg"/><Relationship Id="rId2" Type="http://schemas.openxmlformats.org/officeDocument/2006/relationships/hyperlink" Target="https://youtube.com/@hackshop2025?si=nlJ3WC4W8MyOeIF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62062F1-F760-69D6-A50D-8DA678462C25}"/>
              </a:ext>
            </a:extLst>
          </p:cNvPr>
          <p:cNvSpPr/>
          <p:nvPr/>
        </p:nvSpPr>
        <p:spPr>
          <a:xfrm>
            <a:off x="0" y="10357337"/>
            <a:ext cx="7559675" cy="330435"/>
          </a:xfrm>
          <a:prstGeom prst="rect">
            <a:avLst/>
          </a:prstGeom>
          <a:solidFill>
            <a:srgbClr val="1E3D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n-IN" sz="1800">
              <a:solidFill>
                <a:prstClr val="white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08CD1-D06E-4EF9-903F-3302E46E1849}"/>
              </a:ext>
            </a:extLst>
          </p:cNvPr>
          <p:cNvSpPr txBox="1"/>
          <p:nvPr/>
        </p:nvSpPr>
        <p:spPr>
          <a:xfrm>
            <a:off x="638637" y="781491"/>
            <a:ext cx="6220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457200">
              <a:defRPr/>
            </a:pPr>
            <a:r>
              <a:rPr lang="en-IN" sz="1350" b="1" dirty="0" err="1">
                <a:solidFill>
                  <a:srgbClr val="1E3DA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Hackshop</a:t>
            </a:r>
            <a:r>
              <a:rPr lang="en-US" sz="1350" b="1" dirty="0">
                <a:solidFill>
                  <a:srgbClr val="1E3DA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: where ideas meet </a:t>
            </a:r>
            <a:r>
              <a:rPr lang="en-US" sz="1350" b="1" dirty="0" err="1">
                <a:solidFill>
                  <a:srgbClr val="1E3DA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innovaton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1E3DA3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D0232-09A4-4720-A238-C289985EB235}"/>
              </a:ext>
            </a:extLst>
          </p:cNvPr>
          <p:cNvSpPr txBox="1"/>
          <p:nvPr/>
        </p:nvSpPr>
        <p:spPr>
          <a:xfrm>
            <a:off x="631779" y="1747083"/>
            <a:ext cx="63130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457200">
              <a:defRPr/>
            </a:pPr>
            <a:r>
              <a:rPr lang="en-US" sz="900" dirty="0">
                <a:latin typeface="Helvetica"/>
              </a:rPr>
              <a:t>                                             </a:t>
            </a:r>
            <a:r>
              <a:rPr lang="en-US" sz="800" dirty="0"/>
              <a:t>In today's fast-evolving world, students often struggle to gain real-world experience, practical skills, and entrepreneurial exposure beyond traditional academics. Many talented individuals lack access to hands-on learning opportunities, industry connections, and platforms to showcase their innovative ideas. Additionally, there is a gap between theoretical education and the skills required by modern industries, making it difficult for students to transition into successful careers or start their own ventures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cs typeface="Helvetica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C160DD-9692-4BF8-B0A7-8EFF2C2F1ADA}"/>
              </a:ext>
            </a:extLst>
          </p:cNvPr>
          <p:cNvCxnSpPr/>
          <p:nvPr/>
        </p:nvCxnSpPr>
        <p:spPr>
          <a:xfrm>
            <a:off x="716499" y="2344114"/>
            <a:ext cx="6121400" cy="0"/>
          </a:xfrm>
          <a:prstGeom prst="line">
            <a:avLst/>
          </a:prstGeom>
          <a:ln w="28575">
            <a:solidFill>
              <a:srgbClr val="1E3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6197CD-C5B8-4023-B0B3-C0C661B3E10C}"/>
              </a:ext>
            </a:extLst>
          </p:cNvPr>
          <p:cNvSpPr txBox="1"/>
          <p:nvPr/>
        </p:nvSpPr>
        <p:spPr>
          <a:xfrm>
            <a:off x="651503" y="509179"/>
            <a:ext cx="19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457200">
              <a:defRPr/>
            </a:pPr>
            <a:r>
              <a:rPr lang="en-US" sz="1600" b="1" dirty="0">
                <a:solidFill>
                  <a:srgbClr val="FF0000"/>
                </a:solidFill>
              </a:rPr>
              <a:t>STARTUP OVERVIEW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89627-863F-406E-AF63-E6927A8F4C79}"/>
              </a:ext>
            </a:extLst>
          </p:cNvPr>
          <p:cNvSpPr txBox="1"/>
          <p:nvPr/>
        </p:nvSpPr>
        <p:spPr>
          <a:xfrm>
            <a:off x="636549" y="2430333"/>
            <a:ext cx="12747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MENTORS  NAME/S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32638-85E4-4ABC-8124-E41EB184C3C9}"/>
              </a:ext>
            </a:extLst>
          </p:cNvPr>
          <p:cNvSpPr txBox="1"/>
          <p:nvPr/>
        </p:nvSpPr>
        <p:spPr>
          <a:xfrm>
            <a:off x="2542175" y="2428485"/>
            <a:ext cx="24700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TECHNOLOGY READINESS LEVEL (TRL)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5A054-8B9F-4171-8A48-E3B86BE4BBA9}"/>
              </a:ext>
            </a:extLst>
          </p:cNvPr>
          <p:cNvSpPr txBox="1"/>
          <p:nvPr/>
        </p:nvSpPr>
        <p:spPr>
          <a:xfrm>
            <a:off x="2585921" y="2584997"/>
            <a:ext cx="24663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TRL: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 </a:t>
            </a:r>
            <a:r>
              <a:rPr lang="en-US" sz="800" b="1" dirty="0"/>
              <a:t>TRL 7-8</a:t>
            </a:r>
            <a:endParaRPr lang="en-US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The core business model of conducting hackathons, workshops, and entrepreneurship events is well-established and actively operating with successful implementations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A6086-3C38-4157-B2F2-9EAEBD2BFCF3}"/>
              </a:ext>
            </a:extLst>
          </p:cNvPr>
          <p:cNvSpPr txBox="1"/>
          <p:nvPr/>
        </p:nvSpPr>
        <p:spPr>
          <a:xfrm>
            <a:off x="5092365" y="2430304"/>
            <a:ext cx="18254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INTELLECTUAL PROPERTY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D452DC-881A-477C-B22A-C3F5CA0DFF1C}"/>
              </a:ext>
            </a:extLst>
          </p:cNvPr>
          <p:cNvCxnSpPr/>
          <p:nvPr/>
        </p:nvCxnSpPr>
        <p:spPr>
          <a:xfrm>
            <a:off x="705368" y="3475300"/>
            <a:ext cx="6121400" cy="0"/>
          </a:xfrm>
          <a:prstGeom prst="line">
            <a:avLst/>
          </a:prstGeom>
          <a:ln w="28575">
            <a:solidFill>
              <a:srgbClr val="1E3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D76DF4-FDC3-4C67-BBC7-8229C5D120D7}"/>
              </a:ext>
            </a:extLst>
          </p:cNvPr>
          <p:cNvSpPr txBox="1"/>
          <p:nvPr/>
        </p:nvSpPr>
        <p:spPr>
          <a:xfrm>
            <a:off x="627024" y="1747279"/>
            <a:ext cx="1556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PROBLEM ADDRESSED: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AE492-7561-4217-93E8-2B8408E09FE3}"/>
              </a:ext>
            </a:extLst>
          </p:cNvPr>
          <p:cNvSpPr txBox="1"/>
          <p:nvPr/>
        </p:nvSpPr>
        <p:spPr>
          <a:xfrm>
            <a:off x="4087861" y="8005626"/>
            <a:ext cx="11721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SUCCESS STORY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6D3EF-C513-43DE-B5AD-32DA53B1CB23}"/>
              </a:ext>
            </a:extLst>
          </p:cNvPr>
          <p:cNvSpPr txBox="1"/>
          <p:nvPr/>
        </p:nvSpPr>
        <p:spPr>
          <a:xfrm>
            <a:off x="3966610" y="3576079"/>
            <a:ext cx="11785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SERVICES IMAGE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BF47A-F663-491B-9349-9B04961780E2}"/>
              </a:ext>
            </a:extLst>
          </p:cNvPr>
          <p:cNvSpPr txBox="1"/>
          <p:nvPr/>
        </p:nvSpPr>
        <p:spPr>
          <a:xfrm>
            <a:off x="3925022" y="7398988"/>
            <a:ext cx="302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 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B0C3BD-68E8-4C4A-A21C-BC76590116D6}"/>
              </a:ext>
            </a:extLst>
          </p:cNvPr>
          <p:cNvSpPr txBox="1"/>
          <p:nvPr/>
        </p:nvSpPr>
        <p:spPr>
          <a:xfrm>
            <a:off x="801127" y="7364249"/>
            <a:ext cx="1627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END USERS/CUSTOMERS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4798C8-5CD2-4FE2-9F8C-E7BC4612789A}"/>
              </a:ext>
            </a:extLst>
          </p:cNvPr>
          <p:cNvSpPr txBox="1"/>
          <p:nvPr/>
        </p:nvSpPr>
        <p:spPr>
          <a:xfrm>
            <a:off x="5933410" y="10053323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tbi@kiitincubator.in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CE4995-41F8-0620-F1ED-DBF1D075D372}"/>
              </a:ext>
            </a:extLst>
          </p:cNvPr>
          <p:cNvSpPr txBox="1"/>
          <p:nvPr/>
        </p:nvSpPr>
        <p:spPr>
          <a:xfrm>
            <a:off x="631779" y="2651988"/>
            <a:ext cx="12234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 B. Mahesh </a:t>
            </a:r>
            <a:r>
              <a:rPr lang="en-IN" sz="900" dirty="0" err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Babu</a:t>
            </a:r>
            <a:endParaRPr lang="en-IN"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9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4173EB-8F40-B994-0534-CCBB546F28D5}"/>
              </a:ext>
            </a:extLst>
          </p:cNvPr>
          <p:cNvGrpSpPr/>
          <p:nvPr/>
        </p:nvGrpSpPr>
        <p:grpSpPr>
          <a:xfrm>
            <a:off x="668129" y="1064004"/>
            <a:ext cx="1466705" cy="342245"/>
            <a:chOff x="734804" y="1153457"/>
            <a:chExt cx="1466705" cy="220664"/>
          </a:xfrm>
        </p:grpSpPr>
        <p:sp>
          <p:nvSpPr>
            <p:cNvPr id="42" name="Rectangle: Rounded Corners 43">
              <a:extLst>
                <a:ext uri="{FF2B5EF4-FFF2-40B4-BE49-F238E27FC236}">
                  <a16:creationId xmlns:a16="http://schemas.microsoft.com/office/drawing/2014/main" id="{8EBA2D31-1AEC-5E99-2514-46B30B515C14}"/>
                </a:ext>
              </a:extLst>
            </p:cNvPr>
            <p:cNvSpPr/>
            <p:nvPr/>
          </p:nvSpPr>
          <p:spPr>
            <a:xfrm>
              <a:off x="734804" y="1153457"/>
              <a:ext cx="1466705" cy="202956"/>
            </a:xfrm>
            <a:prstGeom prst="roundRect">
              <a:avLst/>
            </a:prstGeom>
            <a:solidFill>
              <a:srgbClr val="1E3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3A2BE8F-0DBD-2B13-1382-2817485BF781}"/>
                </a:ext>
              </a:extLst>
            </p:cNvPr>
            <p:cNvSpPr txBox="1"/>
            <p:nvPr/>
          </p:nvSpPr>
          <p:spPr>
            <a:xfrm>
              <a:off x="791174" y="1155836"/>
              <a:ext cx="1333125" cy="218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Sector : </a:t>
              </a:r>
              <a:r>
                <a:rPr kumimoji="0" lang="en-IN" sz="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Edtech,skill</a:t>
              </a:r>
              <a:r>
                <a:rPr kumimoji="0" lang="en-I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rPr>
                <a:t>       development</a:t>
              </a:r>
              <a:endPara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C189627-863F-406E-AF63-E6927A8F4C79}"/>
              </a:ext>
            </a:extLst>
          </p:cNvPr>
          <p:cNvSpPr txBox="1"/>
          <p:nvPr/>
        </p:nvSpPr>
        <p:spPr>
          <a:xfrm>
            <a:off x="631779" y="2997317"/>
            <a:ext cx="12811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INSTITUTION NAME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CE4995-41F8-0620-F1ED-DBF1D075D372}"/>
              </a:ext>
            </a:extLst>
          </p:cNvPr>
          <p:cNvSpPr txBox="1"/>
          <p:nvPr/>
        </p:nvSpPr>
        <p:spPr>
          <a:xfrm>
            <a:off x="631779" y="3211357"/>
            <a:ext cx="26340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Seshadri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Rao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Gudlavalleru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Engineering College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E7F329-5F27-4E12-B2B4-69D39E4B1929}"/>
              </a:ext>
            </a:extLst>
          </p:cNvPr>
          <p:cNvSpPr txBox="1"/>
          <p:nvPr/>
        </p:nvSpPr>
        <p:spPr>
          <a:xfrm>
            <a:off x="2565246" y="10418871"/>
            <a:ext cx="2540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Web link: </a:t>
            </a:r>
            <a:r>
              <a:rPr lang="en-IN" sz="8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https://gecgudlavalleru.ac.in/iic.php</a:t>
            </a:r>
            <a:endParaRPr kumimoji="0" lang="en-IN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1BF47A-F663-491B-9349-9B04961780E2}"/>
              </a:ext>
            </a:extLst>
          </p:cNvPr>
          <p:cNvSpPr txBox="1"/>
          <p:nvPr/>
        </p:nvSpPr>
        <p:spPr>
          <a:xfrm>
            <a:off x="3965662" y="5227288"/>
            <a:ext cx="332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Fig.1 </a:t>
            </a:r>
            <a:r>
              <a:rPr lang="en-IN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sample workshops on backend and </a:t>
            </a:r>
            <a:r>
              <a:rPr lang="en-IN" sz="900" dirty="0" err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RestFULL</a:t>
            </a:r>
            <a:r>
              <a:rPr lang="en-IN" sz="9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API development 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A2BE8F-0DBD-2B13-1382-2817485BF781}"/>
              </a:ext>
            </a:extLst>
          </p:cNvPr>
          <p:cNvSpPr txBox="1"/>
          <p:nvPr/>
        </p:nvSpPr>
        <p:spPr>
          <a:xfrm>
            <a:off x="2211409" y="1085850"/>
            <a:ext cx="1998642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/>
                <a:cs typeface="Times New Roman" pitchFamily="18" charset="0"/>
              </a:rPr>
              <a:t>Startup Type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: service-based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A2BE8F-0DBD-2B13-1382-2817485BF781}"/>
              </a:ext>
            </a:extLst>
          </p:cNvPr>
          <p:cNvSpPr txBox="1"/>
          <p:nvPr/>
        </p:nvSpPr>
        <p:spPr>
          <a:xfrm>
            <a:off x="706459" y="1476375"/>
            <a:ext cx="2351066" cy="2308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/>
                <a:cs typeface="Times New Roman" pitchFamily="18" charset="0"/>
              </a:rPr>
              <a:t>Year of Establishment: 2025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lvetica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5AE492-7561-4217-93E8-2B8408E09FE3}"/>
              </a:ext>
            </a:extLst>
          </p:cNvPr>
          <p:cNvSpPr txBox="1"/>
          <p:nvPr/>
        </p:nvSpPr>
        <p:spPr>
          <a:xfrm>
            <a:off x="627024" y="3593757"/>
            <a:ext cx="13003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BUSINESS DETAILS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8A4E44-D564-482D-885D-2AA17B80AF95}"/>
              </a:ext>
            </a:extLst>
          </p:cNvPr>
          <p:cNvSpPr txBox="1"/>
          <p:nvPr/>
        </p:nvSpPr>
        <p:spPr>
          <a:xfrm>
            <a:off x="619753" y="3766091"/>
            <a:ext cx="31283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b="1" dirty="0"/>
              <a:t>Brief Description: </a:t>
            </a:r>
            <a:r>
              <a:rPr lang="en-US" sz="9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Hackshop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a dynamic platform that organizes hackathons, </a:t>
            </a:r>
            <a:r>
              <a:rPr lang="en-US" sz="9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ideathons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workshops, and creative events for students. It aims to bridge the gap between theoretical knowledge and real-world skills by providing hands-on experience through competitions and industry collaborations</a:t>
            </a:r>
          </a:p>
          <a:p>
            <a:pPr algn="just"/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900" b="1" dirty="0"/>
              <a:t>Products/Services Offered:</a:t>
            </a:r>
            <a:r>
              <a:rPr lang="en-US" sz="900" dirty="0"/>
              <a:t> 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 Management, Skill Development</a:t>
            </a:r>
            <a:endParaRPr lang="en-US" sz="900" dirty="0"/>
          </a:p>
          <a:p>
            <a:r>
              <a:rPr lang="en-US" sz="900" b="1" dirty="0"/>
              <a:t>Target Market:</a:t>
            </a:r>
            <a:r>
              <a:rPr lang="en-US" sz="900" dirty="0"/>
              <a:t> 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Students, colleges, startups, and industry professionals (National &amp; Global)</a:t>
            </a:r>
            <a:endParaRPr lang="en-US" sz="900" dirty="0"/>
          </a:p>
          <a:p>
            <a:r>
              <a:rPr lang="en-US" sz="900" b="1" dirty="0"/>
              <a:t>Revenue Model:</a:t>
            </a:r>
            <a:r>
              <a:rPr lang="en-US" sz="900" dirty="0"/>
              <a:t> 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Event-based sponsorships, registration fees, partnerships with educational institutions, and premium learning experiences</a:t>
            </a:r>
            <a:endParaRPr lang="en-US" sz="900" dirty="0"/>
          </a:p>
          <a:p>
            <a:r>
              <a:rPr lang="en-US" sz="900" b="1" dirty="0"/>
              <a:t>Current Status:</a:t>
            </a:r>
            <a:r>
              <a:rPr lang="en-US" sz="900" dirty="0"/>
              <a:t> </a:t>
            </a:r>
          </a:p>
          <a:p>
            <a:pPr algn="just"/>
            <a:endParaRPr lang="en-US" sz="900" dirty="0">
              <a:latin typeface="Helvetic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5AE492-7561-4217-93E8-2B8408E09FE3}"/>
              </a:ext>
            </a:extLst>
          </p:cNvPr>
          <p:cNvSpPr txBox="1"/>
          <p:nvPr/>
        </p:nvSpPr>
        <p:spPr>
          <a:xfrm>
            <a:off x="693699" y="6594132"/>
            <a:ext cx="21146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PROGRESSION OF THE BUSINESS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8A4E44-D564-482D-885D-2AA17B80AF95}"/>
              </a:ext>
            </a:extLst>
          </p:cNvPr>
          <p:cNvSpPr txBox="1"/>
          <p:nvPr/>
        </p:nvSpPr>
        <p:spPr>
          <a:xfrm>
            <a:off x="724499" y="6762963"/>
            <a:ext cx="312833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Key Milestones:</a:t>
            </a:r>
            <a:endParaRPr lang="en-US" b="1" dirty="0"/>
          </a:p>
          <a:p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2025: Established </a:t>
            </a:r>
            <a:r>
              <a:rPr lang="en-US" sz="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Hackshop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conducted  Workshops</a:t>
            </a:r>
          </a:p>
          <a:p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Partnered with multiple </a:t>
            </a:r>
            <a:r>
              <a:rPr lang="en-US" sz="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communitys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student-driven events</a:t>
            </a:r>
          </a:p>
          <a:p>
            <a:pPr lvl="0"/>
            <a:endParaRPr lang="en-US" sz="900" dirty="0"/>
          </a:p>
          <a:p>
            <a:pPr algn="just"/>
            <a:endParaRPr lang="en-US" sz="900" dirty="0">
              <a:latin typeface="Helvetic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5AE492-7561-4217-93E8-2B8408E09FE3}"/>
              </a:ext>
            </a:extLst>
          </p:cNvPr>
          <p:cNvSpPr txBox="1"/>
          <p:nvPr/>
        </p:nvSpPr>
        <p:spPr>
          <a:xfrm>
            <a:off x="609591" y="5866341"/>
            <a:ext cx="254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SPECIAL FEATURES &amp; INNOVATIONS</a:t>
            </a:r>
          </a:p>
          <a:p>
            <a:endParaRPr lang="en-US" sz="900" b="1" dirty="0">
              <a:solidFill>
                <a:schemeClr val="accent2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8A4E44-D564-482D-885D-2AA17B80AF95}"/>
              </a:ext>
            </a:extLst>
          </p:cNvPr>
          <p:cNvSpPr txBox="1"/>
          <p:nvPr/>
        </p:nvSpPr>
        <p:spPr>
          <a:xfrm>
            <a:off x="4124953" y="8140214"/>
            <a:ext cx="3128335" cy="1792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Faced:</a:t>
            </a: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Initial struggle in gaining outreach and sponsorships.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Breakthrough Moment:</a:t>
            </a: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First successful event with significant student participation.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Achievements &amp; Recognition:</a:t>
            </a: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Growing community, collaborations with institutions, and increasing student engagement.</a:t>
            </a:r>
          </a:p>
          <a:p>
            <a:r>
              <a:rPr lang="en-US" sz="9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 Vision: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Expanding globally, introducing AI-driven event management, and fostering more student startups</a:t>
            </a:r>
            <a:endParaRPr lang="en-US" sz="900" dirty="0">
              <a:latin typeface="Helvetica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42938" y="6037140"/>
            <a:ext cx="31368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"/>
              </a:rPr>
              <a:t>Unique Selling Proposition (USP): </a:t>
            </a: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global event cultures, making it a one-of-a-kind learning experience</a:t>
            </a:r>
            <a:endParaRPr lang="en-US" sz="900" dirty="0">
              <a:latin typeface="Helvetica"/>
            </a:endParaRPr>
          </a:p>
          <a:p>
            <a:r>
              <a:rPr lang="en-US" sz="900" dirty="0">
                <a:latin typeface="Helvetica"/>
              </a:rPr>
              <a:t>Technological Innovations: </a:t>
            </a:r>
          </a:p>
          <a:p>
            <a:r>
              <a:rPr lang="en-US" sz="900" dirty="0">
                <a:latin typeface="Helvetica"/>
              </a:rPr>
              <a:t>Sustainability &amp; Impact: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E7F329-5F27-4E12-B2B4-69D39E4B1929}"/>
              </a:ext>
            </a:extLst>
          </p:cNvPr>
          <p:cNvSpPr txBox="1"/>
          <p:nvPr/>
        </p:nvSpPr>
        <p:spPr>
          <a:xfrm>
            <a:off x="668129" y="7582241"/>
            <a:ext cx="302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Students, colleges, startups, and industry professionals 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B0C3BD-68E8-4C4A-A21C-BC76590116D6}"/>
              </a:ext>
            </a:extLst>
          </p:cNvPr>
          <p:cNvSpPr txBox="1"/>
          <p:nvPr/>
        </p:nvSpPr>
        <p:spPr>
          <a:xfrm>
            <a:off x="4014235" y="7241897"/>
            <a:ext cx="12747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CONTACT DETAILS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25900" y="7446840"/>
            <a:ext cx="3767138" cy="612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Website/Social Media: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https://youtube.com/@hackshop2025?si=nlJ3WC4W8MyOeIFk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Email: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hackshop2025@gmail.com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Phone:</a:t>
            </a:r>
            <a:r>
              <a:rPr lang="en-US" sz="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8919844106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A2BE8F-0DBD-2B13-1382-2817485BF781}"/>
              </a:ext>
            </a:extLst>
          </p:cNvPr>
          <p:cNvSpPr txBox="1"/>
          <p:nvPr/>
        </p:nvSpPr>
        <p:spPr>
          <a:xfrm>
            <a:off x="3159679" y="1389865"/>
            <a:ext cx="1972635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/>
                <a:cs typeface="Times New Roman" pitchFamily="18" charset="0"/>
              </a:rPr>
              <a:t>Startup Founder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M N V </a:t>
            </a:r>
            <a:r>
              <a:rPr kumimoji="0" lang="en-IN" sz="9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V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AJAY KUMAR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232399-EC01-D6C0-4F63-4C5E6F101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79" y="258225"/>
            <a:ext cx="1402175" cy="14021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E3A56B-B3BF-6DA6-3160-1DD4F88AE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235" y="5682884"/>
            <a:ext cx="2895600" cy="13058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B9F4D3-B3A3-ED05-E08E-4F5E67C79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89" y="8054149"/>
            <a:ext cx="2578121" cy="19335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BBA556-966D-CFEC-6B00-E5421A165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3877000"/>
            <a:ext cx="1326362" cy="13263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939103-99D8-A841-F49E-4D9A74FD03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902" y="3796965"/>
            <a:ext cx="1355239" cy="13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07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df4ba0-4f7e-4ae6-b9fe-b227b830b5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5F70F75722EF47B25F7ADF7E01EAE0" ma:contentTypeVersion="4" ma:contentTypeDescription="Create a new document." ma:contentTypeScope="" ma:versionID="cd966a2e40fb8614afe82d21abb2d392">
  <xsd:schema xmlns:xsd="http://www.w3.org/2001/XMLSchema" xmlns:xs="http://www.w3.org/2001/XMLSchema" xmlns:p="http://schemas.microsoft.com/office/2006/metadata/properties" xmlns:ns3="81df4ba0-4f7e-4ae6-b9fe-b227b830b524" targetNamespace="http://schemas.microsoft.com/office/2006/metadata/properties" ma:root="true" ma:fieldsID="18bb8dd783b609781d691f8ba7fa9272" ns3:_="">
    <xsd:import namespace="81df4ba0-4f7e-4ae6-b9fe-b227b830b52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f4ba0-4f7e-4ae6-b9fe-b227b830b5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2BC392-6F54-4E9F-B379-C794C62A22FD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elements/1.1/"/>
    <ds:schemaRef ds:uri="81df4ba0-4f7e-4ae6-b9fe-b227b830b5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6454503-C186-428C-8F69-BDDB08E868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8C5316-659F-4D20-AF31-A9779CA48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f4ba0-4f7e-4ae6-b9fe-b227b830b5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10741</TotalTime>
  <Words>435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Symbol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Arpan Ghosh</dc:creator>
  <cp:lastModifiedBy>MALLIPUDI NAGA VEERA VENKATA AJAY KUMAR</cp:lastModifiedBy>
  <cp:revision>1076</cp:revision>
  <cp:lastPrinted>2023-10-12T11:35:05Z</cp:lastPrinted>
  <dcterms:created xsi:type="dcterms:W3CDTF">2023-04-18T07:17:32Z</dcterms:created>
  <dcterms:modified xsi:type="dcterms:W3CDTF">2025-03-07T11:29:30Z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0x0101008C5F70F75722EF47B25F7ADF7E01EAE0</vt:lpwstr>
  </property>
</Properties>
</file>