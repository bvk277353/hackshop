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0" r:id="rId3"/>
    <p:sldId id="257" r:id="rId4"/>
    <p:sldId id="268" r:id="rId5"/>
    <p:sldId id="274" r:id="rId6"/>
    <p:sldId id="263" r:id="rId7"/>
    <p:sldId id="267" r:id="rId8"/>
    <p:sldId id="269" r:id="rId9"/>
    <p:sldId id="258" r:id="rId10"/>
    <p:sldId id="270" r:id="rId11"/>
    <p:sldId id="273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F6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67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84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438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64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93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37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5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1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6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8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8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3BEC-8594-4202-886D-66455826BE3E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41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ack Green Background Vector Art, Icons, and Graphics for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033" y="1727326"/>
            <a:ext cx="3696093" cy="36960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667" y="2344111"/>
            <a:ext cx="5137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5F610"/>
                </a:solidFill>
              </a:rPr>
              <a:t>Welcome every one……..</a:t>
            </a:r>
            <a:endParaRPr lang="en-IN" sz="3600" b="1" dirty="0">
              <a:solidFill>
                <a:srgbClr val="35F61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80667" y="3120496"/>
            <a:ext cx="62782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This workshop is tailored for practical, hands on learning to ensure you’re ready to handle email automation related challenges in professional settings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95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And Black Images – Browse 9,169,793 Stock Photos, Vectors, and Video 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API Setting Color Line Icon Stock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2" descr="Node Js Logo png images | PNGEg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What does XAMPP mean? What is the full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8" descr="What are Code Editors &amp; IDE?. Are you a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6" name="Group 15"/>
          <p:cNvGrpSpPr/>
          <p:nvPr/>
        </p:nvGrpSpPr>
        <p:grpSpPr>
          <a:xfrm>
            <a:off x="5993484" y="291213"/>
            <a:ext cx="5745095" cy="6109128"/>
            <a:chOff x="307975" y="402141"/>
            <a:chExt cx="5745095" cy="6109128"/>
          </a:xfrm>
        </p:grpSpPr>
        <p:pic>
          <p:nvPicPr>
            <p:cNvPr id="12" name="Picture 6" descr="SUBJECT: Write emails faster with Smart Compose in Gmail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975" y="402141"/>
              <a:ext cx="5745095" cy="3590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556" y="4333947"/>
              <a:ext cx="4354643" cy="2177322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460375" y="370602"/>
            <a:ext cx="5129587" cy="5972334"/>
            <a:chOff x="6930890" y="402141"/>
            <a:chExt cx="5129587" cy="5972334"/>
          </a:xfrm>
        </p:grpSpPr>
        <p:sp>
          <p:nvSpPr>
            <p:cNvPr id="7" name="Rectangle 6"/>
            <p:cNvSpPr/>
            <p:nvPr/>
          </p:nvSpPr>
          <p:spPr>
            <a:xfrm>
              <a:off x="6930890" y="402141"/>
              <a:ext cx="483498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3600" b="1" dirty="0">
                  <a:solidFill>
                    <a:schemeClr val="bg1"/>
                  </a:solidFill>
                </a:rPr>
                <a:t>SOFTWARES</a:t>
              </a:r>
              <a:r>
                <a:rPr lang="en-IN" sz="3600" b="1" dirty="0">
                  <a:solidFill>
                    <a:srgbClr val="35F610"/>
                  </a:solidFill>
                </a:rPr>
                <a:t> REQUIRED</a:t>
              </a:r>
              <a:r>
                <a:rPr lang="en-IN" sz="3600" b="1" dirty="0">
                  <a:solidFill>
                    <a:schemeClr val="bg1"/>
                  </a:solidFill>
                </a:rPr>
                <a:t>:</a:t>
              </a:r>
            </a:p>
          </p:txBody>
        </p:sp>
        <p:pic>
          <p:nvPicPr>
            <p:cNvPr id="10" name="Picture 4" descr="XAMPP Tutorial: How to use XAMPP to set up WordPress on localhost - Undsgn™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3988" y="2559781"/>
              <a:ext cx="4077192" cy="2267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8036416" y="4897147"/>
              <a:ext cx="4024061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35F610"/>
                  </a:solidFill>
                </a:rPr>
                <a:t>X</a:t>
              </a:r>
              <a:r>
                <a:rPr lang="en-US" b="1" dirty="0">
                  <a:solidFill>
                    <a:schemeClr val="bg1"/>
                  </a:solidFill>
                </a:rPr>
                <a:t>-CROSS PLATFORM</a:t>
              </a:r>
            </a:p>
            <a:p>
              <a:r>
                <a:rPr lang="en-US" b="1" dirty="0">
                  <a:solidFill>
                    <a:srgbClr val="35F610"/>
                  </a:solidFill>
                </a:rPr>
                <a:t>A</a:t>
              </a:r>
              <a:r>
                <a:rPr lang="en-US" b="1" dirty="0">
                  <a:solidFill>
                    <a:schemeClr val="bg1"/>
                  </a:solidFill>
                </a:rPr>
                <a:t>-APACHE</a:t>
              </a:r>
            </a:p>
            <a:p>
              <a:r>
                <a:rPr lang="en-US" b="1" dirty="0">
                  <a:solidFill>
                    <a:srgbClr val="35F610"/>
                  </a:solidFill>
                </a:rPr>
                <a:t>M</a:t>
              </a:r>
              <a:r>
                <a:rPr lang="en-US" b="1" dirty="0">
                  <a:solidFill>
                    <a:schemeClr val="bg1"/>
                  </a:solidFill>
                </a:rPr>
                <a:t>-MySQL</a:t>
              </a:r>
            </a:p>
            <a:p>
              <a:r>
                <a:rPr lang="en-US" b="1" dirty="0">
                  <a:solidFill>
                    <a:srgbClr val="35F610"/>
                  </a:solidFill>
                </a:rPr>
                <a:t>P</a:t>
              </a:r>
              <a:r>
                <a:rPr lang="en-US" b="1" dirty="0">
                  <a:solidFill>
                    <a:schemeClr val="bg1"/>
                  </a:solidFill>
                </a:rPr>
                <a:t>-PHP</a:t>
              </a:r>
            </a:p>
            <a:p>
              <a:r>
                <a:rPr lang="en-US" b="1" dirty="0">
                  <a:solidFill>
                    <a:srgbClr val="35F610"/>
                  </a:solidFill>
                </a:rPr>
                <a:t>P</a:t>
              </a:r>
              <a:r>
                <a:rPr lang="en-US" b="1" dirty="0">
                  <a:solidFill>
                    <a:schemeClr val="bg1"/>
                  </a:solidFill>
                </a:rPr>
                <a:t>-PEARL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650050" y="1117899"/>
              <a:ext cx="320683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1).</a:t>
              </a:r>
              <a:r>
                <a:rPr lang="en-US" sz="2400" b="1" dirty="0" err="1">
                  <a:solidFill>
                    <a:schemeClr val="accent4"/>
                  </a:solidFill>
                </a:rPr>
                <a:t>Xampp</a:t>
              </a:r>
              <a:r>
                <a:rPr lang="en-US" sz="2400" b="1" dirty="0">
                  <a:solidFill>
                    <a:schemeClr val="accent4"/>
                  </a:solidFill>
                </a:rPr>
                <a:t> server</a:t>
              </a:r>
            </a:p>
            <a:p>
              <a:r>
                <a:rPr lang="en-US" sz="2400" b="1" dirty="0">
                  <a:solidFill>
                    <a:schemeClr val="bg1"/>
                  </a:solidFill>
                </a:rPr>
                <a:t>2).Mail composer</a:t>
              </a:r>
            </a:p>
            <a:p>
              <a:r>
                <a:rPr lang="en-US" sz="2400" b="1" dirty="0">
                  <a:solidFill>
                    <a:schemeClr val="bg1"/>
                  </a:solidFill>
                </a:rPr>
                <a:t>3).</a:t>
              </a:r>
              <a:r>
                <a:rPr lang="en-US" sz="2400" b="1" dirty="0">
                  <a:solidFill>
                    <a:srgbClr val="00B0F0"/>
                  </a:solidFill>
                </a:rPr>
                <a:t>code editor</a:t>
              </a:r>
              <a:endParaRPr lang="en-IN" sz="2400" b="1" dirty="0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453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Lime Green Black Background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6236"/>
            <a:ext cx="12192001" cy="686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03745" y="161465"/>
            <a:ext cx="900797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Installation of necessary </a:t>
            </a:r>
            <a:r>
              <a:rPr lang="en-US" sz="4800" b="1" dirty="0">
                <a:solidFill>
                  <a:srgbClr val="35F610"/>
                </a:solidFill>
              </a:rPr>
              <a:t>packages</a:t>
            </a:r>
            <a:r>
              <a:rPr lang="en-US" sz="4800" b="1" dirty="0">
                <a:solidFill>
                  <a:schemeClr val="bg1"/>
                </a:solidFill>
              </a:rPr>
              <a:t>: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67974" y="5062145"/>
            <a:ext cx="9343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" name="AutoShape 2" descr="GitHub - PHPOffice/PhpSpreadsheet: A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66" y="1452192"/>
            <a:ext cx="3574600" cy="34665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230" y="4918777"/>
            <a:ext cx="3466585" cy="1198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415C5C-2778-8292-CEFD-D7A0F9C90C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188" y="1452192"/>
            <a:ext cx="3707372" cy="454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6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Lime Green Black Background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6236"/>
            <a:ext cx="12192001" cy="686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5175" y="312738"/>
            <a:ext cx="676448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Mail System </a:t>
            </a:r>
            <a:r>
              <a:rPr lang="en-US" sz="4800" b="1" dirty="0">
                <a:solidFill>
                  <a:srgbClr val="35F610"/>
                </a:solidFill>
              </a:rPr>
              <a:t>Architecture</a:t>
            </a:r>
            <a:r>
              <a:rPr lang="en-US" sz="4800" b="1" dirty="0">
                <a:solidFill>
                  <a:schemeClr val="bg1"/>
                </a:solidFill>
              </a:rPr>
              <a:t>: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67974" y="5062145"/>
            <a:ext cx="9343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" name="AutoShape 2" descr="GitHub - PHPOffice/PhpSpreadsheet: A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rchitecture of email system [13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76" y="1775269"/>
            <a:ext cx="10006041" cy="330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9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F751-9582-E8E6-55EE-59A69BC6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Lime Green Black Background Images - Free Download on Freepik">
            <a:extLst>
              <a:ext uri="{FF2B5EF4-FFF2-40B4-BE49-F238E27FC236}">
                <a16:creationId xmlns:a16="http://schemas.microsoft.com/office/drawing/2014/main" id="{CE894A1C-0279-A826-BC85-DD918FA58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937"/>
            <a:ext cx="12192001" cy="686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E40EC9-71C1-E31B-9392-CF66D3DAF34C}"/>
              </a:ext>
            </a:extLst>
          </p:cNvPr>
          <p:cNvSpPr/>
          <p:nvPr/>
        </p:nvSpPr>
        <p:spPr>
          <a:xfrm>
            <a:off x="765175" y="312738"/>
            <a:ext cx="676448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Mail System </a:t>
            </a:r>
            <a:r>
              <a:rPr lang="en-US" sz="4800" b="1" dirty="0">
                <a:solidFill>
                  <a:srgbClr val="35F610"/>
                </a:solidFill>
              </a:rPr>
              <a:t>Architecture</a:t>
            </a:r>
            <a:r>
              <a:rPr lang="en-US" sz="4800" b="1" dirty="0">
                <a:solidFill>
                  <a:schemeClr val="bg1"/>
                </a:solidFill>
              </a:rPr>
              <a:t>: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A8DFC7-F499-C8B4-7A96-0F75458FE519}"/>
              </a:ext>
            </a:extLst>
          </p:cNvPr>
          <p:cNvSpPr/>
          <p:nvPr/>
        </p:nvSpPr>
        <p:spPr>
          <a:xfrm>
            <a:off x="2467974" y="5062145"/>
            <a:ext cx="9343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" name="AutoShape 2" descr="GitHub - PHPOffice/PhpSpreadsheet: A ...">
            <a:extLst>
              <a:ext uri="{FF2B5EF4-FFF2-40B4-BE49-F238E27FC236}">
                <a16:creationId xmlns:a16="http://schemas.microsoft.com/office/drawing/2014/main" id="{07D4167A-F77F-A902-1B15-3E1CF09844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rchitecture of email system [13 ...">
            <a:extLst>
              <a:ext uri="{FF2B5EF4-FFF2-40B4-BE49-F238E27FC236}">
                <a16:creationId xmlns:a16="http://schemas.microsoft.com/office/drawing/2014/main" id="{47B7F4CE-CD7F-5924-0D10-ADACAC0276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12311-01C5-2D80-8DEF-3F7AAA27D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493" y="1462709"/>
            <a:ext cx="1943100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06DCD8-7E89-06F0-5E07-F30D2066F0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48" y="3737940"/>
            <a:ext cx="2200275" cy="2076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933C5F-80AE-A2B4-7082-4A1D6D1086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038" y="1382251"/>
            <a:ext cx="2143125" cy="21431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6617A9-7FA2-E1DE-C87C-9E75478D94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692" y="4068606"/>
            <a:ext cx="2143125" cy="2143125"/>
          </a:xfrm>
          <a:prstGeom prst="rect">
            <a:avLst/>
          </a:prstGeom>
        </p:spPr>
      </p:pic>
      <p:sp>
        <p:nvSpPr>
          <p:cNvPr id="19" name="Bent-Up Arrow 18"/>
          <p:cNvSpPr/>
          <p:nvPr/>
        </p:nvSpPr>
        <p:spPr>
          <a:xfrm>
            <a:off x="3374684" y="3684183"/>
            <a:ext cx="1594895" cy="1448810"/>
          </a:xfrm>
          <a:prstGeom prst="bentUpArrow">
            <a:avLst>
              <a:gd name="adj1" fmla="val 15897"/>
              <a:gd name="adj2" fmla="val 25000"/>
              <a:gd name="adj3" fmla="val 33615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Bent Arrow 19"/>
          <p:cNvSpPr/>
          <p:nvPr/>
        </p:nvSpPr>
        <p:spPr>
          <a:xfrm rot="5400000">
            <a:off x="6184743" y="2462595"/>
            <a:ext cx="1529862" cy="1159965"/>
          </a:xfrm>
          <a:prstGeom prst="bentArrow">
            <a:avLst>
              <a:gd name="adj1" fmla="val 21918"/>
              <a:gd name="adj2" fmla="val 33153"/>
              <a:gd name="adj3" fmla="val 50000"/>
              <a:gd name="adj4" fmla="val 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Bent-Up Arrow 22"/>
          <p:cNvSpPr/>
          <p:nvPr/>
        </p:nvSpPr>
        <p:spPr>
          <a:xfrm>
            <a:off x="8978315" y="3644670"/>
            <a:ext cx="1594895" cy="1448810"/>
          </a:xfrm>
          <a:prstGeom prst="bentUpArrow">
            <a:avLst>
              <a:gd name="adj1" fmla="val 15897"/>
              <a:gd name="adj2" fmla="val 25000"/>
              <a:gd name="adj3" fmla="val 33615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7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609"/>
            <a:ext cx="12192000" cy="6858000"/>
          </a:xfrm>
          <a:prstGeom prst="rect">
            <a:avLst/>
          </a:prstGeom>
        </p:spPr>
      </p:pic>
      <p:pic>
        <p:nvPicPr>
          <p:cNvPr id="3074" name="Picture 2" descr="What Is SMTP? Types, Components, &amp; How It Work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7" b="7836"/>
          <a:stretch/>
        </p:blipFill>
        <p:spPr bwMode="auto">
          <a:xfrm>
            <a:off x="925133" y="715002"/>
            <a:ext cx="10341734" cy="541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31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And Black Images – Browse 9,169,793 Stock Photos, Vectors, and Video 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API Setting Color Line Icon Stock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31870" y="186958"/>
            <a:ext cx="745390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Connecting to </a:t>
            </a:r>
            <a:r>
              <a:rPr lang="en-US" sz="5400" b="1" dirty="0">
                <a:solidFill>
                  <a:srgbClr val="35F610"/>
                </a:solidFill>
              </a:rPr>
              <a:t>DATABASE</a:t>
            </a:r>
            <a:r>
              <a:rPr lang="en-US" sz="5400" b="1" dirty="0">
                <a:solidFill>
                  <a:schemeClr val="bg1"/>
                </a:solidFill>
              </a:rPr>
              <a:t>:</a:t>
            </a:r>
            <a:endParaRPr lang="en-IN" sz="5400" b="1" dirty="0">
              <a:solidFill>
                <a:srgbClr val="35F61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25209" y="1145962"/>
            <a:ext cx="9642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5124" name="Picture 4" descr="Create a Database in SQL Server Using SQL Server Management Studio (SSMS) -  {coding}Sigh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69" y="1844202"/>
            <a:ext cx="2990440" cy="378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ow to connect sql server to mysql (xampp)..? - Stack Overflow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5" t="7526" r="2038" b="12233"/>
          <a:stretch/>
        </p:blipFill>
        <p:spPr bwMode="auto">
          <a:xfrm>
            <a:off x="3454180" y="1556111"/>
            <a:ext cx="8397027" cy="427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7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And Black Images – Browse 9,169,793 Stock Photos, Vectors, and Video 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API Setting Color Line Icon Stock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225209" y="1145962"/>
            <a:ext cx="9642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098" name="Picture 2" descr="Halaman Unduh untuk file Import Data Gambar Dari Excel Ke Database yang k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379" y="1606948"/>
            <a:ext cx="5147072" cy="345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13" y="2013745"/>
            <a:ext cx="5403503" cy="26428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0039" y="472888"/>
            <a:ext cx="63837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Importing</a:t>
            </a:r>
            <a:r>
              <a:rPr lang="en-US" sz="4000" b="1" dirty="0">
                <a:solidFill>
                  <a:srgbClr val="35F610"/>
                </a:solidFill>
              </a:rPr>
              <a:t> Data </a:t>
            </a:r>
            <a:r>
              <a:rPr lang="en-US" sz="4000" b="1" dirty="0">
                <a:solidFill>
                  <a:schemeClr val="bg1"/>
                </a:solidFill>
              </a:rPr>
              <a:t>To Data Base: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45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ack Green Theme Vector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Black Green Theme Vector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Black Green Theme Vectors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 descr="Black green abstract modern geometric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10" descr="Black green abstract modern geometric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7"/>
            <a:ext cx="12192000" cy="6876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17565" y="465137"/>
            <a:ext cx="6877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Retrieving  </a:t>
            </a:r>
            <a:r>
              <a:rPr lang="en-IN" sz="3600" b="1" dirty="0">
                <a:solidFill>
                  <a:srgbClr val="35F610"/>
                </a:solidFill>
              </a:rPr>
              <a:t>Data </a:t>
            </a:r>
            <a:r>
              <a:rPr lang="en-IN" sz="3600" b="1" dirty="0">
                <a:solidFill>
                  <a:schemeClr val="bg1"/>
                </a:solidFill>
              </a:rPr>
              <a:t>from database:</a:t>
            </a:r>
            <a:endParaRPr lang="en-IN" sz="3600" b="1" dirty="0">
              <a:solidFill>
                <a:srgbClr val="35F610"/>
              </a:solidFill>
            </a:endParaRPr>
          </a:p>
        </p:txBody>
      </p:sp>
      <p:sp>
        <p:nvSpPr>
          <p:cNvPr id="7" name="AutoShape 2" descr="Extraction from Databases | SQL - Scaler Topics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75" y="1640289"/>
            <a:ext cx="3999980" cy="36908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35130" y="2343955"/>
            <a:ext cx="587449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35F610"/>
                </a:solidFill>
              </a:rPr>
              <a:t>Step-1: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Extract all the mail info from database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35F610"/>
                </a:solidFill>
              </a:rPr>
              <a:t>Step-2: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Automation of mails 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27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ack Green Theme Vector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Black Green Theme Vector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Black Green Theme Vectors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 descr="Black green abstract modern geometric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10" descr="Black green abstract modern geometric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7"/>
            <a:ext cx="12192000" cy="6876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96386" y="496167"/>
            <a:ext cx="31346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35F610"/>
                </a:solidFill>
              </a:rPr>
              <a:t>TASK</a:t>
            </a:r>
            <a:r>
              <a:rPr lang="en-US" sz="3600" b="1" dirty="0">
                <a:solidFill>
                  <a:schemeClr val="bg1"/>
                </a:solidFill>
              </a:rPr>
              <a:t> for you : </a:t>
            </a:r>
            <a:endParaRPr lang="en-IN" sz="3600" b="1" dirty="0">
              <a:solidFill>
                <a:srgbClr val="35F610"/>
              </a:solidFill>
            </a:endParaRPr>
          </a:p>
        </p:txBody>
      </p:sp>
      <p:sp>
        <p:nvSpPr>
          <p:cNvPr id="7" name="AutoShape 2" descr="Extraction from Databases | SQL - Scaler Topics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170" name="Picture 2" descr="Editorial: Performance tasks benefit student learning – Eagle Nation Onl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702" y="1841062"/>
            <a:ext cx="5291978" cy="297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62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ack Green Theme Vector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Black Green Theme Vector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Black Green Theme Vectors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 descr="Black green abstract modern geometric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10" descr="Black green abstract modern geometric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7"/>
            <a:ext cx="12192000" cy="6876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96386" y="496167"/>
            <a:ext cx="68582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35F610"/>
                </a:solidFill>
              </a:rPr>
              <a:t>Challenges </a:t>
            </a:r>
            <a:r>
              <a:rPr lang="en-US" sz="3600" b="1" dirty="0">
                <a:solidFill>
                  <a:schemeClr val="bg1"/>
                </a:solidFill>
              </a:rPr>
              <a:t>faced while doing mail automation: </a:t>
            </a:r>
            <a:endParaRPr lang="en-IN" sz="3600" b="1" dirty="0">
              <a:solidFill>
                <a:srgbClr val="35F610"/>
              </a:solidFill>
            </a:endParaRPr>
          </a:p>
        </p:txBody>
      </p:sp>
      <p:sp>
        <p:nvSpPr>
          <p:cNvPr id="7" name="AutoShape 2" descr="Extraction from Databases | SQL - Scaler Topics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Bootcamp challenges and how I have ...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658" y="2469590"/>
            <a:ext cx="5054891" cy="287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5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And Black Images – Browse 9,169,793 Stock Photos, Vectors, and Video 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API Setting Color Line Icon Stock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225209" y="1145962"/>
            <a:ext cx="9642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9218" name="Picture 2" descr="331 Any Questions Green Images, Stock Photos, 3D objects, &amp; Vectors | 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6"/>
          <a:stretch/>
        </p:blipFill>
        <p:spPr bwMode="auto">
          <a:xfrm>
            <a:off x="917477" y="605871"/>
            <a:ext cx="6719696" cy="249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027312" y="3928055"/>
            <a:ext cx="5203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THANK</a:t>
            </a:r>
            <a:r>
              <a:rPr lang="en-US" sz="5400" b="1" dirty="0">
                <a:solidFill>
                  <a:srgbClr val="35F610"/>
                </a:solidFill>
              </a:rPr>
              <a:t> YOU…..</a:t>
            </a:r>
            <a:endParaRPr lang="en-IN" sz="5400" b="1" dirty="0">
              <a:solidFill>
                <a:srgbClr val="35F6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8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104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LAYOLA</dc:creator>
  <cp:lastModifiedBy>LAYOLA</cp:lastModifiedBy>
  <cp:revision>32</cp:revision>
  <dcterms:created xsi:type="dcterms:W3CDTF">2025-02-09T11:00:32Z</dcterms:created>
  <dcterms:modified xsi:type="dcterms:W3CDTF">2025-03-08T08:40:55Z</dcterms:modified>
</cp:coreProperties>
</file>